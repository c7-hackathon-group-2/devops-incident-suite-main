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DevOps</a:t>
            </a:r>
            <a:br/>
            <a:r>
              <a:t>Incident Analysis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0"/>
                </a:solidFill>
                <a:latin typeface="Calibri"/>
              </a:defRPr>
            </a:pPr>
            <a:r>
              <a:t>Design, Build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rPr dirty="0"/>
              <a:t>AI Engineering Accelerator —</a:t>
            </a:r>
            <a:r>
              <a:rPr lang="en-CA" dirty="0"/>
              <a:t> Class </a:t>
            </a:r>
            <a:r>
              <a:rPr dirty="0"/>
              <a:t>7</a:t>
            </a:r>
            <a:r>
              <a:rPr lang="en-CA" dirty="0"/>
              <a:t> – Group 2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35782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Wayne Johnston</a:t>
            </a:r>
            <a:endParaRPr lang="en-CA" dirty="0"/>
          </a:p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Ramesh </a:t>
            </a:r>
            <a:r>
              <a:rPr lang="en-CA" dirty="0" err="1"/>
              <a:t>Rajareddy</a:t>
            </a:r>
            <a:endParaRPr lang="en-CA" dirty="0"/>
          </a:p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Sunil Joseph</a:t>
            </a:r>
          </a:p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CA" dirty="0"/>
              <a:t> Vinod </a:t>
            </a:r>
            <a:r>
              <a:rPr lang="en-CA" dirty="0" err="1"/>
              <a:t>Dasyam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12933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rPr dirty="0"/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3161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rPr dirty="0"/>
              <a:t>Built with Claude Opus 4.6  |  </a:t>
            </a:r>
            <a:r>
              <a:rPr dirty="0" err="1"/>
              <a:t>LangGraph</a:t>
            </a:r>
            <a:r>
              <a:rPr dirty="0"/>
              <a:t>  |  </a:t>
            </a:r>
            <a:r>
              <a:rPr dirty="0" err="1"/>
              <a:t>LangChain</a:t>
            </a:r>
            <a:r>
              <a:rPr dirty="0"/>
              <a:t>  | 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1.  Executive Summary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2.  Architecture &amp; Design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3.  Technology Stack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4.  Agent Deep Dive (5 agents)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5.  LangGraph Orchestration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6.  Slack Channel Routing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7.  Streamlit UI &amp; Security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8.  Unit Testing &amp; Code Coverage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9.  Deployment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10.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AI-driven incident analysis for DevOps &amp; SRE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Upload infrastructure logs (routers, switches, firewalls, servers)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AI infers log formats — no hardcoded regex or format parsers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5-agent pipeline: parse → classify → remediate → notify → runbook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Multi-channel Slack routing by incident category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JIRA ticket creation for critical-severity issues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Actionable Markdown runbook with CLI commands &amp; checklists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Mock/live integration toggles for safe demoing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Directory watcher for automated log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LangGraph StateGraph orchestrates 5 specialized agents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6858000" cy="5094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Conditional routing based on incident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Log Reader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0116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2499" y="268445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rPr dirty="0" err="1"/>
              <a:t>has_critical</a:t>
            </a:r>
            <a:r>
              <a:rPr dirty="0"/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6539" y="4489705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3899" y="4489705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JIRA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1259" y="4489705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3869" y="2743200"/>
            <a:ext cx="11046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rPr dirty="0"/>
              <a:t>no 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8619" y="4489705"/>
            <a:ext cx="9144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331720"/>
            <a:ext cx="18288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2331720"/>
            <a:ext cx="182879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9579" y="4809745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6939" y="4809745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4299" y="4809745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809822-9A69-B072-5866-89F3529FD541}"/>
              </a:ext>
            </a:extLst>
          </p:cNvPr>
          <p:cNvSpPr/>
          <p:nvPr/>
        </p:nvSpPr>
        <p:spPr>
          <a:xfrm rot="8531834">
            <a:off x="1712051" y="3755425"/>
            <a:ext cx="2348363" cy="5714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69D653-A872-343B-D242-33674FE7DD42}"/>
              </a:ext>
            </a:extLst>
          </p:cNvPr>
          <p:cNvSpPr/>
          <p:nvPr/>
        </p:nvSpPr>
        <p:spPr>
          <a:xfrm rot="4146681" flipV="1">
            <a:off x="4336224" y="3730754"/>
            <a:ext cx="1645920" cy="45719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GPT-4o via OpenRouter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2860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LangChain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2860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404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22860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Slack Webhook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22860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Ticketing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JIRA 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79"/>
            <a:ext cx="2286000" cy="50292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File Watcher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7607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watchdog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5 specialized agents with distinct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 Reader /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3-stage AI pipeline:</a:t>
            </a:r>
            <a:br/>
            <a:r>
              <a:t>  1. Schema inference (first 15 lines)</a:t>
            </a:r>
            <a:br/>
            <a:r>
              <a:t>  2. Full parse (100-line chunks)</a:t>
            </a:r>
            <a:br/>
            <a:r>
              <a:t>  3. Severity + category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Remediation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Filters warning/critical events</a:t>
            </a:r>
            <a:br/>
            <a:r>
              <a:t>Root cause analysis</a:t>
            </a:r>
            <a:br/>
            <a:r>
              <a:t>Vendor-specific CLI commands</a:t>
            </a:r>
            <a:br/>
            <a:r>
              <a:t>Risk assessment per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572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Cookbook Synthesizer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Markdown runbook generation</a:t>
            </a:r>
            <a:br/>
            <a:r>
              <a:t>Priority matrix table</a:t>
            </a:r>
            <a:br/>
            <a:r>
              <a:t>Checkbox checklists + code blocks</a:t>
            </a:r>
            <a:br/>
            <a:r>
              <a:t>Escalation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Groups by incident category</a:t>
            </a:r>
            <a:br/>
            <a:r>
              <a:t>Routes to correct channel</a:t>
            </a:r>
            <a:br/>
            <a:r>
              <a:t>Rich formatted messages</a:t>
            </a:r>
            <a:br/>
            <a:r>
              <a:t>Mock/live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389120"/>
            <a:ext cx="265176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JIRA Ticket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Critical issues only</a:t>
            </a:r>
            <a:br/>
            <a:r>
              <a:t>Structured ticket descriptions</a:t>
            </a:r>
            <a:br/>
            <a:r>
              <a:t>{noformat} CLI command blocks</a:t>
            </a:r>
            <a:br/>
            <a:r>
              <a:t>Mock/live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Slack Channel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 auto-route to the right team's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7432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Operations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resource, application,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74320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#secops-incidents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Security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security, auth,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27432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#network-incidents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Network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interface, routing, network,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Shared State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IncidentState TypedDict — all agents read/write shared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20240"/>
            <a:ext cx="20116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raw_logs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286000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str]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Filename → full log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inferred_schemas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67004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list]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670048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AI-detected field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54096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parsed_events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054096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054096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Structured parsed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classified_events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43814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438144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Events + severity +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22192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remediations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822192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822192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Issue → fix + CLI commands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cookbook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2062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Markdown runbook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90288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notifications_sent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590288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590288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Slack message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7433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jira_tickets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97433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974336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JIRA ticket 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58384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358384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5358384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Current pipeline stage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4243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74243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list[str]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5742432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Accumulated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Streamlit UI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UI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Multi-file upload (.log, .txt)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Load Samples button for demo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Directory watcher auto-ingestion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6 result tabs: Events, Remediations,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    Runbook, Slack, JIRA, Schemas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Severity color coding (red/yellow/blue)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Runbook download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API keys never pre-filled in UI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Users enter own keys per session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Secrets reserved for /api endpoint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Analyze blocked without API key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Mock-first integrations (safe demos)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.env excluded from git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Framework-agnostic core (0 UI deps)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Unit Testing &amp; Code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81 tests | 99% coverage | pytest + unittest.mock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81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173736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99%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737360" cy="914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20116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Stmts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108960"/>
            <a:ext cx="13716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23774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6432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state.py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456432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56432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0390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tools.py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80390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039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51376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watcher.py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151376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51376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9884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graph.py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49884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49884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20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agents.py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4846320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846320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13, 17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93792"/>
            <a:ext cx="20116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D3436"/>
                </a:solidFill>
                <a:latin typeface="Courier New"/>
              </a:rPr>
              <a:t> 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5193792"/>
            <a:ext cx="137160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193792"/>
            <a:ext cx="237744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Lines 13, 17 in agents.py are import-time .env path checks (load_dotenv calls) — both branches are exercised but coverage can't attribute them to a specific test due to module import timing.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 Suite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Comprehensive mocking of LLM, Slack, and JIRA integrations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6517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test_state.py  (2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TypedDict instantiation</a:t>
            </a:r>
            <a:br/>
            <a:r>
              <a:t>Populated data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517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test_tools.py  (23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Channel routing (12 categories)</a:t>
            </a:r>
            <a:br/>
            <a:r>
              <a:t>Slack mock/live modes</a:t>
            </a:r>
            <a:br/>
            <a:r>
              <a:t>JIRA mock/live modes</a:t>
            </a:r>
            <a:br/>
            <a:r>
              <a:t>Webhook POST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test_watcher.py  (10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File type filtering</a:t>
            </a:r>
            <a:br/>
            <a:r>
              <a:t>Debounce logic</a:t>
            </a:r>
            <a:br/>
            <a:r>
              <a:t>Directory create/scan</a:t>
            </a:r>
            <a:br/>
            <a:r>
              <a:t>Unreadable file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2651760" cy="4114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test_agents.py  (25 tests)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Lazy LLM pattern</a:t>
            </a:r>
            <a:br/>
            <a:r>
              <a:t>All 5 agent nodes</a:t>
            </a:r>
            <a:br/>
            <a:r>
              <a:t>JSON parse failures</a:t>
            </a:r>
            <a:br/>
            <a:r>
              <a:t>Edge cases (empty, malformed)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297680"/>
            <a:ext cx="265176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test_graph.py  (8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Severity routing logic</a:t>
            </a:r>
            <a:br/>
            <a:r>
              <a:t>Graph compilation</a:t>
            </a:r>
            <a:br/>
            <a:r>
              <a:t>Full pipeline (critical path)</a:t>
            </a:r>
            <a:br/>
            <a:r>
              <a:t>Normal path (skip Slack/JIRA)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Run:  python -m pytest test_*.py -v --cov=state --cov=tools --cov=watcher --cov=agents --cov=graph --cov-report=term-missing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  <a:latin typeface="Calibri"/>
              </a:defRPr>
            </a:pPr>
            <a:r>
              <a:rPr sz="1600" b="1" dirty="0" err="1">
                <a:solidFill>
                  <a:srgbClr val="6366F1"/>
                </a:solidFill>
                <a:latin typeface="Calibri"/>
              </a:rPr>
              <a:t>Streamlit</a:t>
            </a:r>
            <a:r>
              <a:rPr sz="1600" b="1" dirty="0">
                <a:solidFill>
                  <a:srgbClr val="6366F1"/>
                </a:solidFill>
                <a:latin typeface="Calibri"/>
              </a:rPr>
              <a:t>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845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rPr dirty="0"/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331720"/>
            <a:ext cx="53396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3436"/>
                </a:solidFill>
                <a:latin typeface="Calibri"/>
              </a:defRPr>
            </a:pPr>
            <a:r>
              <a:rPr lang="en-US" dirty="0"/>
              <a:t>https://devops-incident-suite-main-group2.streamlit.app/</a:t>
            </a:r>
          </a:p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Streamlit Cloud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1.  Sign in to share.streamlit.io with GitHub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2.  Click 'New app' → select devops-incident-suite repo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3.  Branch: main  |  Main file: app.py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4.  No secrets needed (users enter own keys)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5.  Click Deploy — live in ~2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806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Future: Flask API endpoint — core pipeline has zero Streamlit dependencies, enabling a Flask/FastAPI frontend swap with no agent changes.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D9171-4EAB-1A50-2679-731DEA93D3CC}"/>
              </a:ext>
            </a:extLst>
          </p:cNvPr>
          <p:cNvSpPr txBox="1"/>
          <p:nvPr/>
        </p:nvSpPr>
        <p:spPr>
          <a:xfrm>
            <a:off x="731519" y="1493758"/>
            <a:ext cx="687926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https://devops-incident-suite-main-group2.streamlit.app/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Framework-agnostic core + Streamlit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371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Streamlit UI entry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371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state.py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IncidentState TypedDict (shared state)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agents.py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5 agent node functions + lazy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59"/>
            <a:ext cx="13716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graph.py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LangGraph StateGraph wiring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37160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tools.py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@tool wrappers (Slack, JIRA) +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watcher.py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Directory watcher (watchdog)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79"/>
            <a:ext cx="137160" cy="3657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log_samples/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4 synthetic log files (IOS, CEF, RFC5424, tabular)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371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test_*.py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81 unit tests (pytest)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Flask API endpoint (POST /api/analyze) with server-side secrets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RAG-based remediation using historical runbook embeddings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Real-time streaming via LangGraph's streaming interface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Cross-file correlation engine for cascading failure detection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Persistent storage (SQLite/PostgreSQL) for trend analysis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PagerDuty integration for critical incident escalation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Custom log format registry (save &amp; share inferred schemas)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C0"/>
                </a:solidFill>
                <a:latin typeface="Calibri"/>
              </a:defRPr>
            </a:pPr>
            <a:r>
              <a:t>Multi-Agent DevOps Incident Analysis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Wayne Johnston  |  AI Engineering Accelerator  |  Cohort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1245</Words>
  <Application>Microsoft Macintosh PowerPoint</Application>
  <PresentationFormat>On-screen Show (4:3)</PresentationFormat>
  <Paragraphs>236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Wayne Johnston</cp:lastModifiedBy>
  <cp:revision>5</cp:revision>
  <dcterms:created xsi:type="dcterms:W3CDTF">2013-01-27T09:14:16Z</dcterms:created>
  <dcterms:modified xsi:type="dcterms:W3CDTF">2026-06-14T04:42:45Z</dcterms:modified>
  <cp:category/>
</cp:coreProperties>
</file>